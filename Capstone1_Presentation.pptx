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Multi-Agent Data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Natural Language Analytics on TPC-H · Databricks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AI-08 Capstone 1  ·  REVA University (RACE)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37560"/>
            <a:ext cx="48737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Data locked behind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Business users cannot query Databricks without writing SQL — insights are delayed.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653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No access control on ad-hoc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798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Existing BI tools expose all tables to all users, violating data governance policies.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Schema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TPC-H has 8 inter-related tables; even analysts struggle to write correct JOINs.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35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No quality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284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SQL generated by GenAI tools is unvalidated — wrong answers go undetected.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A multi-agent NL-to-SQL assistant that routes plain-English questions to specialised agents,
enforces role-based access, and scores every response before display.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Ask in 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042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No SQL knowledge required — type a business question, get a data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968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Role-aware responses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950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Each user role (Analyst / Finance / Executive) sees only permitted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2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Self-correcting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Failed queries are automatically fixed by Claude Haiku (up to 2 retries).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67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Confidence badge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5993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Every answer is scored 0–5 by an LLM-as-judge before the user sees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User Question
     │
  Guardrail  ──── off-topic ────▶  Rejection (0 ms)
     │
  Intent Classifier  (keyword rules, 0 API calls)
     │
 ┌───┴──────────────┬──────────────────┐
 ▼                  ▼                  ▼
doc_lookup      kpi_compute        sql_query
ChromaDB RAG    RAG + SQL          SQL Agent
                formula extract    self-correction
     └──────────────┴──────────────────┘
                    │
             Evaluator (LLM-as-judge 0–5)
                    │
             Streamlit UI  ·  Chart  ·  Badge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Chat UI with role selector sidebar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LangGraph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Typed StateGraph — explicit agent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Claude Haiku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SQL generation + self-correction +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ChromaDB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Local vector store — PDF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Databricks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TPC-H dataset (samples.tpch) — live SQL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pypdf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Section-based PDF chunking (~20 semantic chunks)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Role-Based Access Control (RBAC)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Schema sent to the LLM is filtered by role before prompt construction — the model never sees forbidden 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Allowed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Blocked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128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128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orders, customer, nation, 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128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lineitem, supplier, partsupp, part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24912"/>
            <a:ext cx="11430000" cy="127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7977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797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orders, lineitem, supplier, partsupp, nation,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77977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customer, region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11430000" cy="127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4670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Executive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3467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All 8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4670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58768"/>
            <a:ext cx="11430000" cy="127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Dynamic Intent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Keyword classifier routes to doc_lookup / kpi_compute / sql_query — 0 API calls, ~0 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653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KPI-Aware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798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Named KPIs (from PDF) bypass sql_override — 'what is total order count?' → kpi_compute.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Hybrid RAG + SQL (KPI Path)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Formula extracted from ChromaDB, then fed into SQL generation — grounded in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35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Self-Correction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284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On SQL error, Claude Haiku is asked to fix — up to 2 retries before surfacing the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210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Inline LLM-as-Judge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1363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Every response scored 0–5 for relevance before display. RBAC violations auto-score 0/5.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▸  Live Schema Pull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988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Schema fetched from Databricks INFORMATION_SCHEMA at query time — no stale static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UAT Results — 37 Test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Pass /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417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Pass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Doc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19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196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037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KPI 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037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2037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877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SQL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87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6/6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87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Complex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6/6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558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RBAC 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355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55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3989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398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7398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239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Intent 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123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6/6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1239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994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</a:rPr>
              <a:t>Intent Accuracy: 37/37 = 100%   ·   Answer Accuracy: 31/31 =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Differentiators vs Prior Work (AI-07)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371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AI-07 (Ganesh Rohan)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AI-08 (This Project)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739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739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Single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7393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Multi-agent LangGraph StateGraph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RBAC — schema filtered per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151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Schema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1518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Static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1518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Live Databricks INFORMATION_SCHEMA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358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0358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Schema docs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3580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PDF metrics + data dictionary (RAG)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564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Quality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4564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Syntax match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4564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LLM-as-judge 0–5 badge + offline 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8770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SQL 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8770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No error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8770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Self-correction loop (2 retries)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UC1 — KPI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0992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Analyst · 'What is Average Order Value?'  →  doc_lookup · badge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7568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UC2 — KPI Computation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6829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Finance · 'What is Average Days to Ship for Q3 1996?'  →  kpi_compute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405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UC3 — NL-SQL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666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Finance · 'What was total revenue by nation last year?'  →  sql_query · 25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9242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UC4 — RBAC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5032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Analyst · 'What was total revenue by nation?'  →  🔴 Blocked · badge 0/5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507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UC5 — Guardrail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Any role · 'Who is the president?'  →  out_of_scope rejection · 0 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Future Scope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•  Unity Catalog RBAC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391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•  Confluence / SharePoint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8658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•  RAGAS automated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40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•  User feedback loop for prompt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15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•  Streaming responses via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This system demonstrates that a multi-agent architecture with role-aware RAG, live schema integration, and an inline quality gate can reliably bridge the gap between business users and enterprise data — achieving 100% intent accuracy and 100% answer accuracy across 37 UAT test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